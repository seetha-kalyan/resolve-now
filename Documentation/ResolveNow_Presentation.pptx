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>
                <a:latin typeface="Times New Roman"/>
              </a:defRPr>
            </a:pPr>
            <a:r>
              <a:t>ResolveNow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latin typeface="Times New Roman"/>
              </a:defRPr>
            </a:pPr>
            <a:r>
              <a:t>Online Complaint Registration &amp;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Key User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Key Agent/Admin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Complaint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Real-time Chat &amp;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Security &amp; Data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Times New Roman"/>
              </a:defRPr>
            </a:pPr>
            <a:r>
              <a:t>Deployment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